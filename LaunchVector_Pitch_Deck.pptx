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LaunchVector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AI-Native Career Intelligence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7C3AED">
              <a:alpha val="9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3375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$5K–$15K human reverse recruiters with a $149/month AI agent that works 24/7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reverse recruiting market is split between two bad choices: 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Human services: $3,000–$15,000 per search, but fundamentally unscalable — profit margins require hiring more people for each new customer.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Basic automation: $10–$50/month, but completely generic — no personalization, no strategy, no coaching.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nothing that combines intelligence + automation + affordability.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Opportunity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0972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job seekers annually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2468880"/>
            <a:ext cx="2560320" cy="10972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2606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$1.5B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3154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(serviceable addressable market)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3840480"/>
            <a:ext cx="2560320" cy="10972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3977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4526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of AI-assisted hiring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5212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market: Boutique service firms with $20–50M ARR ceilings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5943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venture-scale software company exists in reverse recruiting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6675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Layoff waves creating mass demand for job search help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7406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adoption emerging (severance + outplacement benefits)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Can Automate vs. Traditional Recruiters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657600"/>
          </a:xfrm>
          <a:prstGeom prst="rect">
            <a:avLst/>
          </a:prstGeom>
          <a:solidFill>
            <a:srgbClr val="F3F4F6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Recruiters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ATS form filling (12 hrs/week)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board searches (6 hrs/week)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copy-paste (5 hrs/week)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emails (5 hrs/week)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to 8–12 clients max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$2,000–3,500/month cost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657600"/>
          </a:xfrm>
          <a:prstGeom prst="rect">
            <a:avLst/>
          </a:prstGeom>
          <a:solidFill>
            <a:srgbClr val="EDE9FE"/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LaunchVector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agents fill forms in seconds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ML-powered job matching 24/7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tailors resume per job instantly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dashboard, no emails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to unlimited clients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$149/month, no placement fees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LaunchVector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that works exclusively for you.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Submits 50–200 tailored applications per week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Sends personalized hiring manager outreach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Coaches you through interviews with AI voice agent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Learns from every outcome to improve over time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24/7. All for $149/month.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Layers of LaunchVector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Autonomous Apply Engine — 100+ targeted applications/week across 50+ ATS platforms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Personalized Outreach — AI writes contextual messages to hiring managers with shared connections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Interview Intelligence — AI voice agent conducts realistic mock interviews with real-time feedback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4: Outcome Learning — ML model trained on application data predicts which jobs will succeed for each profile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Journey: From Signup to Job Offer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0" y="1645920"/>
            <a:ext cx="3200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Resume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parses profile &amp; goals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520440" y="1645920"/>
            <a:ext cx="3200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Preferences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roles &amp; companies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118872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212080" y="1645920"/>
            <a:ext cx="3200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Automation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start applying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97880" y="118872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903720" y="1645920"/>
            <a:ext cx="3200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Prep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1500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coaches you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89520" y="118872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40664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Job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0664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placement credit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job search: 2–4 months → Results with LaunchVector: 3–6 weeks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Strategy: Accessible to Everyone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743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$49/month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20/wk applications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Entry-level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2743200"/>
          </a:xfrm>
          <a:prstGeom prst="rect">
            <a:avLst/>
          </a:prstGeom>
          <a:solidFill>
            <a:srgbClr val="EDE9FE"/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$149/month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100/wk applications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926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(Most customers)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51760" cy="2743200"/>
          </a:xfrm>
          <a:prstGeom prst="rect">
            <a:avLst/>
          </a:prstGeom>
          <a:solidFill>
            <a:srgbClr val="F3F4F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$349/month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200/wk applications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2926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$149/month Professional = 10x cheaper than traditional reverse recruiters, 100x more powerful than DIY tools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Go-to-Market: 3 Channels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1 — B2C (Individual job seekers): Community-led growth in layoff communities + LinkedIn content + SEO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2 — B2B2C (Career coaches): White-label API for coaches to offer to their clients at scale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3 — Enterprise (Companies): Offer as outplacement benefit for laid-off employees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Beachhead: Laid-off tech professionals in SF/NYC/Austin who understand AI, need speed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Viral Growth Loops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Loop: Users who land jobs share testimonials → friends sign up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Network Effect: More users → better ML models → better outcomes → more users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Flywheel: Career coaches use platform → client success → coaches promote to networks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Testimony: Company uses for outplacement → success stories → more enterprise deals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 Venture-Scalable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ARPU (Monthly)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(Customer Acq. Cost)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$80–120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Period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month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72–78%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LTV:CAC Ratio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3.7–5.9x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metrics improve with scale — churn drops when B2B contracts lock in multi-year deals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 (Hiring for)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/ CTO: Browser automation + ATS integration expertise (ex-FAANG)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/ CEO/GTM: Career-tech operator + early customer acquisition (startup experience)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 (Month 2): LLM fine-tuning + outcome model training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Engineer (Month 2): Frontend dashboard, job matching UI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Lead (Month 3): Content marketing, community partnerships, viral loops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Execution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1–3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1752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+ Private Beta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1234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$14.9K MRR (100 users)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4–6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1828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Launch + Growth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828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$74.5K MRR (500 users)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23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2423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$1.5–2.5M raised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8229600" cy="5029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7–10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3017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+ B2B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3017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$298K MRR (2,000 users)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11–12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3611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Prep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3611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$500K+ MRR ($6M ARR)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Defensibility: Data Network Effect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Moat: Every application submitted and outcome recorded trains our ML models. After 1M applications, our match predictions are untouchable.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Integration Depth: 50+ ATS platforms require thousands of hours of engineering — multi-year head start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Trust: Job search is deeply personal. First mover + proven results = category-defining brand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Costs: Candidates who train the system on their preferences stay with us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platforms block automation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0" y="1188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Multi-method submissions (API + fingerprinting + human fallback)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restricts outreach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1874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as primary channel; warm-up sequences; daily send limits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spam perception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25603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quality &gt; quantity; personalization depth; A/B testing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 response (LinkedIn/Indeed)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3246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moat + B2B focus before direct competition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Opportunities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(Microsoft): Candidate outcome data + AI agents supercharge LinkedIn Premium. $300M–$1.5B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Workday: End-to-end talent marketplace (employer + candidate). $500M–$2B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Indeed/Glassdoor: Adds active job search layer to passive posting. $200M–$800M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ServiceNow/SAP: HR suite expansion + AI outplacement. $400M–$1.5B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agents are finally mature enough to handle complex ATS forms reliably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Massive layoff waves creating urgent demand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Reverse recruiting is still a cottage industry — no venture-scale player exists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Remote work opened global competition — candidates need help standing out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Companies are desperate for retention alternative (outplacement)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Raising $1.5–2.5M Seed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8229600" cy="2560320"/>
          </a:xfrm>
          <a:prstGeom prst="rect">
            <a:avLst/>
          </a:prstGeom>
          <a:solidFill>
            <a:srgbClr val="7C3AED">
              <a:alpha val="85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Engineering (50%): ATS integrations, AI/ML pipeline, backend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Sales &amp; Marketing (30%): Community growth, SEO, partnerships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Operations (15%): Legal, infrastructure, tools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Buffer (5%): Contingency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person deserves a career agent — intelligent, tireless, and affordable. LaunchVector replaces the expensive human recruiter with an AI that works smarter, faster, and never sleeps. In 3 years, we'll be the category-defining platform in career intelligence. Adopted by millions of job seekers, trusted by enterprises, and backed by outcome data that no competitor can replicate.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LaunchVector — The AI-Native Career Intelligence Platform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info@launchvector.ai | www.launchvector.ai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LaunchVector - Pitch Deck</dc:title>
  <dc:subject>PptxGenJS Presentation</dc:subject>
  <dc:creator>LaunchVector</dc:creator>
  <cp:lastModifiedBy>LaunchVector</cp:lastModifiedBy>
  <cp:revision>1</cp:revision>
  <dcterms:created xsi:type="dcterms:W3CDTF">2026-05-08T07:34:39Z</dcterms:created>
  <dcterms:modified xsi:type="dcterms:W3CDTF">2026-05-08T07:34:39Z</dcterms:modified>
</cp:coreProperties>
</file>